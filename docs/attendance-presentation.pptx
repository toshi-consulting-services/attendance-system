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One line: 'This project analyses how our company records attendance today and designs a system to automate it — covering both the analysis and the ongoing IT support.'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problem to a cost. These costs justify the whole project in the feasibility section later. Replace the example figures with your company's real numbers if you have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objectives measurable. Emphasise the out-of-scope line — it shows maturity as an analyst.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real analyst techniques you used. This is what proves the 'System Analyst' skill, not the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today's manual process, then point at the weaknesses box — these are what the new system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= features. Non-functional = qualities. Examiners look for both; many candidates forget the non-functional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context-level DFD. Mention you would expand it into a Level-1 DFD: 1.0 Record attendance, 2.0 Manage leave, 3.0 Generate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ERD is often the highest-value diagram. Explain primary keys (PK) and foreign keys (FK), and the one-to-many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illustrative figures and call them estimates. The point is to reason about payback, not to be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what makes the project fit ICT SUPPORT, not just analysis. Most candidates stop at the design — adding a real support &amp; maintenance plan proves you understand the whole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recommendation and a clear next step. End the written report with a one-page executive summary at the front, written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713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ATTENDTRACK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Attendance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Analysis &amp; Design project — digitising attendance, leave and reporting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7548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47548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2E3A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Support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 Your Name ]     •     Role: ICT Support &amp; System Analyst     •     [ Company / Organisation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new system is needed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7393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&amp; Excel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signed on paper or typed into a shared sheet.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2549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spends ~20 hours a month compiling late-marks, leave and overtime.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770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buddy-signing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re-keying causes mistakes; one person can sign for another.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9286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who is present until month-end.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64592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today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hrs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time lost every month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errors &amp; disputes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663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visibility for managers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will and won't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clock-in / clock-out and automate records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managers a live view of who is present, late or absent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leave requests, approvals and balances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attendance &amp; payroll-input reports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secure, auditable attendance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boundaries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leave, shifts, reports, roles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200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payroll processing (only feeds it), recruitment, performance reviews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114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Manager, HR / Admin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846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what is out of scope shows deliberate analyst boundaries.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done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HR, a manager and 2–3 employees to find pain points.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7373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20116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current sign-in at the start of a shift.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17373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20116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6422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staff survey on current frustrations.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06256" y="173736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0576" y="20116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057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34856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register / Excel sheet and HR policy.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188720"/>
          </a:xfrm>
          <a:prstGeom prst="roundRect">
            <a:avLst>
              <a:gd name="adj" fmla="val 9231"/>
            </a:avLst>
          </a:prstGeom>
          <a:solidFill>
            <a:srgbClr val="EEF0FE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model: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(Waterfall) — requirements → design → build → test → deploy.   </a:t>
            </a:r>
            <a:pPr indent="0" marL="0">
              <a:buNone/>
            </a:pPr>
            <a:r>
              <a:rPr lang="en-US" sz="13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diagramming (draw.io / Lucidchart), DFD, ERD and UML notation.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— AS-IS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attendance flows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signs paper register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2697480"/>
            <a:ext cx="23774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98064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9504" y="21031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kept at desk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01184" y="2697480"/>
            <a:ext cx="23774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38928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30368" y="21031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Month-end: HR collects &amp; re-types into Excel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42048" y="2697480"/>
            <a:ext cx="23774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79792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232" y="21031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 of late / leave / overtime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82912" y="2697480"/>
            <a:ext cx="237744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20656" y="21031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12096" y="21031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input prepared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FDF2E2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 in the current process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572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re-keying of every record — slow and error-prone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until month-end — managers are blind day to day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7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trigger re-checking loops that waste more 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/ out (web, PIN or biometric)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Auto-mark Late / Early / Absent vs shift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leave; manager approves / rejects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balances update automatically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dashboard for managers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(CSV / PDF)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audit log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must do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774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hashed passwords, role permissions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daily backups, 99% uptime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clock-in in under 5 seconds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dashboard loads &lt; 3 seconds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supports growth to 500 staff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staff can view their own records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Compatibility: office PCs &amp; phones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DESIGN — 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in the new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Admin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3774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1832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0" y="25603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011680"/>
            <a:ext cx="2011680" cy="11430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51760" y="3154680"/>
            <a:ext cx="201168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4297680"/>
            <a:ext cx="2011680" cy="-11430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3154680"/>
            <a:ext cx="192024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EF0FE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349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Flows:  </a:t>
            </a:r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send clock-in &amp; leave requests · Managers approve leave and read the live board · HR sets shifts and runs reports · the system reads/writes all records to the database.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ERD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579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25146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7124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2103120"/>
            <a:ext cx="251460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210312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31920" y="2103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2523744"/>
            <a:ext cx="2286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51460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73736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06640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16368" y="2157984"/>
            <a:ext cx="2286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931920"/>
            <a:ext cx="2514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393192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0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LEAVE_REQUEST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4352544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/ to 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63240" y="2103120"/>
            <a:ext cx="868680" cy="3657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63240" y="3566160"/>
            <a:ext cx="868680" cy="-3657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651760"/>
            <a:ext cx="960120" cy="-27432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46520" y="3200400"/>
            <a:ext cx="960120" cy="10058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has many employees · each employee has one shift · and many attendance and leave records.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worth building?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 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 tech; skills &amp; tools available.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6459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0288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 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 PCs/phones; minimal training.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66176" y="1645920"/>
            <a:ext cx="3703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94776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 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94776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build vs HR hours saved — fast payback.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471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1069848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(manual)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(system)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time on attendance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errors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see who's present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SUPPORT &amp; MAINTENANCE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support half of the role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access support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disable accounts as staff join or leave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resets, role changes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help-desk / ticket process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reliability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23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backups + tested restore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uptime and disk space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patches and updates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documentation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26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for employees &amp; managers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manual for HR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On-boarding session at rollout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9BA6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plan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26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bug-fixing process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quarterly reviews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future changes are requested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 Management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and next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2E3A80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2331720"/>
            <a:ext cx="201168" cy="0"/>
          </a:xfrm>
          <a:prstGeom prst="line">
            <a:avLst/>
          </a:prstGeom>
          <a:noFill/>
          <a:ln w="19050">
            <a:solidFill>
              <a:srgbClr val="8FA0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52928" y="18288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2E3A80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wks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6048" y="2331720"/>
            <a:ext cx="201168" cy="0"/>
          </a:xfrm>
          <a:prstGeom prst="line">
            <a:avLst/>
          </a:prstGeom>
          <a:noFill/>
          <a:ln w="19050">
            <a:solidFill>
              <a:srgbClr val="8FA0D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57216" y="18288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2E3A80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0336" y="2331720"/>
            <a:ext cx="201168" cy="0"/>
          </a:xfrm>
          <a:prstGeom prst="line">
            <a:avLst/>
          </a:prstGeom>
          <a:noFill/>
          <a:ln w="19050">
            <a:solidFill>
              <a:srgbClr val="8FA0D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61504" y="18288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2E3A80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61504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64624" y="2331720"/>
            <a:ext cx="201168" cy="0"/>
          </a:xfrm>
          <a:prstGeom prst="line">
            <a:avLst/>
          </a:prstGeom>
          <a:noFill/>
          <a:ln w="19050">
            <a:solidFill>
              <a:srgbClr val="8FA0D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18288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2E3A80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wk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a phased rollout: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department, gather feedback, then roll out company-wide. Expected payback within a few months from HR time saved and fewer payroll errors.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449324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029200"/>
            <a:ext cx="1449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HR 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180844" y="5029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180844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&amp; real-time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21124" y="5029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21124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payroll errors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61404" y="50292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61404" y="50292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buddy-signing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75420" y="5029200"/>
            <a:ext cx="1970532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75420" y="5029200"/>
            <a:ext cx="1970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500 staff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[ Your Name ]  ·  ICT Support &amp; System Analyst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Attendance Management System</dc:title>
  <dc:subject>PptxGenJS Presentation</dc:subject>
  <dc:creator>ICT Support &amp; System Analyst</dc:creator>
  <cp:lastModifiedBy>ICT Support &amp; System Analyst</cp:lastModifiedBy>
  <cp:revision>1</cp:revision>
  <dcterms:created xsi:type="dcterms:W3CDTF">2026-10-21T12:13:46Z</dcterms:created>
  <dcterms:modified xsi:type="dcterms:W3CDTF">2026-10-21T12:13:46Z</dcterms:modified>
</cp:coreProperties>
</file>